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実践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-274320" y="-36576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FFFFFF">
                    <a:alpha val="4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第2部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実　践．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ツール、技術、そしてステップごとのウォークスルー。実際のアプリを作る。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ツール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第2部 · セクション1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ツール &amp; 技術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3つのもの。それだけで動くウェブアプリが作れる。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実践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あなたの作業環境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Studio Code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プロジェクトが生きるコードエディター。無料。どのPCでも動く。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中にGitHub Copilotが組み込まれている。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2011680" cy="38404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990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VSCode · 無料 · code.visualstudio.com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411480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Studio Code — ShoppingApp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1298448"/>
            <a:ext cx="4114800" cy="182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37160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lang="ja"&gt;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&lt;link rel="stylesheet"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 class="app"&gt;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id="root"&gt;&lt;/div&gt;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4480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⎇ main  ✓ 0 errors  HTML · UTF-8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実践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AIペアプログラマー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VSCodeに直接組み込まれたAIペアプログラマー。OpenAIとMicrosoftが提供。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単なる行補完ではなく、プロジェクト全体を理解する。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4023360" cy="182880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なぜ「Copilot」？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操縦士は飛行機を操縦するのではなく、パイロットをサポートする。あなたが主導権を持つ。Copilotは定型コードを処理し、パターンを提案し、複数ファイルにまたがるタスクをこなし、10倍速で作業を進める手助けをする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005840"/>
            <a:ext cx="4023360" cy="38404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✦ GitHub Copilot  GPT-4o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1344168"/>
            <a:ext cx="4023360" cy="18288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カートの合計金額を計算する関数を書いてください。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Copilot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了解です。こちらが関数です：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2697480"/>
            <a:ext cx="3749040" cy="777240"/>
          </a:xfrm>
          <a:prstGeom prst="rect">
            <a:avLst/>
          </a:prstGeom>
          <a:solidFill>
            <a:srgbClr val="2A2A3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743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calculateTotal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(cart)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cart.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((s, i) =&gt; s + i.price, 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Array.reduce()を使って全商品の価格を合計します。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実践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Copilot — AIアシスタント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3つのモード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606040" cy="301752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モード · 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質問（Ask）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743200"/>
            <a:ext cx="274320" cy="36576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803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コードについての質問。理解。提案。概念の学習。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737360"/>
            <a:ext cx="2606040" cy="301752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044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モード · 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編集（Edit）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20440" y="2743200"/>
            <a:ext cx="274320" cy="36576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8803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コードのリファクタリング。新機能の追加。既存ファイルの改善。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2606040" cy="30175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モード · 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5508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エージェント（Agent）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55080" y="2743200"/>
            <a:ext cx="274320" cy="36576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8803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自律的な複数ステップのタスク。目標を与えれば、ステップを自力で進める。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4434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メイン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実践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Webの構成要素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3つのファイル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697480" cy="338328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737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 ファイル · 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骨格。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ページのすべての骨格 — 見出し、ボタン、フォーム、カート、商品グリッド。ブラウザに「何が、どこに存在するか」を伝える。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251460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9300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index.html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&lt;h1&gt;ショップ&lt;/h1&gt;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 id="cart"&gt;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&lt;/section&gt;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37560" y="1600200"/>
            <a:ext cx="2697480" cy="338328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0" y="1737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 ファイル · 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0" y="2011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服と化粧。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74720" y="2468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色・フォント・間隔・レイアウト、そしてスマホでの表示方法。骨格を「使いたいもの」に変える。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3429000"/>
            <a:ext cx="251460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349300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styles.css */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24px;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#0E0E0E;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1600200"/>
            <a:ext cx="2697480" cy="338328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1737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  ファイル · 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55080" y="2011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筋肉と脳。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55080" y="2468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クリックで動くもの。カートの計算、ページ遷移、商品フィルター、決済ロジック — すべての動く部品。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429000"/>
            <a:ext cx="251460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49300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addToCart(id)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cart.push(id);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renderCart();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VSCode操作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VSCode の基本操作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エディターを使いこなす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931920" cy="5943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28800"/>
            <a:ext cx="45720" cy="594360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92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コマンドパレットを開く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3931920" cy="5943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606040"/>
            <a:ext cx="45720" cy="594360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670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Ctrl+`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ターミナルを開く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3931920" cy="5943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83280"/>
            <a:ext cx="45720" cy="594360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エクスプローラーを表示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3931920" cy="5943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828800"/>
            <a:ext cx="45720" cy="594360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892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拡張機能マーケットプレイス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606040"/>
            <a:ext cx="3931920" cy="5943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606040"/>
            <a:ext cx="45720" cy="594360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670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Alt+Shift+F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コードを自動整形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383280"/>
            <a:ext cx="3931920" cy="5943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383280"/>
            <a:ext cx="45720" cy="594360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Ctrl+/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行をコメントアウト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Copilot操作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 の操作方法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AIと対話する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931920" cy="5943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28800"/>
            <a:ext cx="45720" cy="594360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92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チャットを開く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Ctrl+Alt+I でCopilotチャットパネルを開く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3931920" cy="5943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606040"/>
            <a:ext cx="45720" cy="594360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モード切替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「Ask」「Edit」「Agent」をドロップダウンで選択する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3931920" cy="5943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83280"/>
            <a:ext cx="45720" cy="594360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47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ファイルを参照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@workspace や #file でコンテキストを追加する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3931920" cy="5943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828800"/>
            <a:ext cx="45720" cy="594360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892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インライン補完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で提案を承認、Esc でキャンセル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606040"/>
            <a:ext cx="3931920" cy="5943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606040"/>
            <a:ext cx="45720" cy="594360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具体的なプロンプト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「〇〇を××して」と具体的に指示するほど精度が上がる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383280"/>
            <a:ext cx="3931920" cy="5943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383280"/>
            <a:ext cx="45720" cy="594360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447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繰り返し改善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一度で完璧でなくていい。対話しながら改善する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チュートリアル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第2部 · セクション2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ステップごとの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チュートリアル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ウォークスルー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13のステップ。GitHub Copilotを使って本物のショッピングアプリを作る。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ステップ01 · ワークスペース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フォ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0" y="-2743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111111">
                    <a:alpha val="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ワークスペース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フォルダを作成する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 › ワークスペースにフォルダを追加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414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名前を「VibeCoding-PrototypeApp」に設定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169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 をクリック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7772400" cy="18288"/>
          </a:xfrm>
          <a:prstGeom prst="rect">
            <a:avLst/>
          </a:prstGeom>
          <a:solidFill>
            <a:srgbClr val="D5D0C9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このフォルダはAIエージェントのホームになる。既存のgitリポジトリの外に置くこと。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ステップ02–03 · CopilotでPR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0" y="-2743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111111">
                    <a:alpha val="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ステップ02–03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CopilotでPRDを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作成する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質問モード（GPT-4.1）でPRDに必要なセクションを尋ねる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414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アプリの詳細を入力する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169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エージェントモードに切り替え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92424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9242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VibeCodingPRD.md として保存する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7772400" cy="18288"/>
          </a:xfrm>
          <a:prstGeom prst="rect">
            <a:avLst/>
          </a:prstGeom>
          <a:solidFill>
            <a:srgbClr val="D5D0C9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開発を始める前にAIをブリーフィングする。明確なブリーフ＝より良いアプリ。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ステップ04 · ワイヤーフレーム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を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0" y="-2743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111111">
                    <a:alpha val="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ワイヤーフレーム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を生成する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エージェントモードを使用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414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PRDに基づくローファイワイヤーフレームを依頼する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169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.txtファイルとして保存（ページごとに1ファイル）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7772400" cy="18288"/>
          </a:xfrm>
          <a:prstGeom prst="rect">
            <a:avLst/>
          </a:prstGeom>
          <a:solidFill>
            <a:srgbClr val="D5D0C9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テキストベースのUIスケッチ。見た目ではなく、構造が大事。AIは何を作るかを正確に把握できる。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ステップ05 · ShoppingAp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0" y="-2743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111111">
                    <a:alpha val="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ShoppingAppフォルダを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作成する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エクスプローラーパネルを開く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414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VibeCoding-PrototypeApp 内に新しいフォルダを作成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169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名前を「ShoppingApp」に設定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92424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9242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空のままにしておく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7772400" cy="18288"/>
          </a:xfrm>
          <a:prstGeom prst="rect">
            <a:avLst/>
          </a:prstGeom>
          <a:solidFill>
            <a:srgbClr val="D5D0C9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エージェント専用の空スペース。計画ファイルとアプリファイルを分けておく。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ステップ06 · ファイルをチャット
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0" y="-2743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111111">
                    <a:alpha val="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ファイルをチャット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コンテキストに追加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コンテキスト追加ボタンをクリック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414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ファイルを選択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169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5つのワイヤーフレーム .txt ファイルを選択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92424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9242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ShoppingApp フォルダを選択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7772400" cy="18288"/>
          </a:xfrm>
          <a:prstGeom prst="rect">
            <a:avLst/>
          </a:prstGeom>
          <a:solidFill>
            <a:srgbClr val="D5D0C9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開始前にAIにメモを渡す。これをしないと、AIはあなたの要件を知らない。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ステップ07 · エージェントで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アプ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0" y="-2743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111111">
                    <a:alpha val="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エージェントで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アプリを開発する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エージェントモードを選択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414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「PRDとワイヤーフレームを使ってShoppingAppフォルダにプロトタイプショッピングアプリを作成してください」と入力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169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監視する — 求められたら Run をクリック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7772400" cy="18288"/>
          </a:xfrm>
          <a:prstGeom prst="rect">
            <a:avLst/>
          </a:prstGeom>
          <a:solidFill>
            <a:srgbClr val="D5D0C9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エージェントがindex.html、styles.css、app.js、copilot-instructions.mdを自律的に生成する。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ステップ08 · テスト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アプリを実行して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テストする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659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を開く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41448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414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 › デバッグなしで実行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16936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169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ブラウザでテスト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1645920"/>
            <a:ext cx="3474720" cy="31089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絵文字と価格付きの10種類の果物商品を閲覧できるか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23560" y="24871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商品詳細を表示・カートに追加できるか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31455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左のナビバーで4つのページを移動できるか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38039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ウィンドウサイズを変更 — レイアウトは適応するか？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7772400" cy="18288"/>
          </a:xfrm>
          <a:prstGeom prst="rect">
            <a:avLst/>
          </a:prstGeom>
          <a:solidFill>
            <a:srgbClr val="D5D0C9"/>
          </a:solidFill>
          <a:ln w="12700">
            <a:solidFill>
              <a:srgbClr val="D5D0C9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ステップ09 · アプリを繰り返し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改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0" y="-2743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111111">
                    <a:alpha val="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アプリを繰り返し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改善する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自分でアプリを使う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414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改善点を見つける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169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エージェントモードで具体的なプロンプトを書く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92424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9242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結果を確認・ブラウザでテスト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67912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6791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繰り返す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7772400" cy="18288"/>
          </a:xfrm>
          <a:prstGeom prst="rect">
            <a:avLst/>
          </a:prstGeom>
          <a:solidFill>
            <a:srgbClr val="D5D0C9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プロンプトが具体的なほど、修正の精度が上がる。例：「2つのボタンをもっと離して」。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ステップ10 · ワークスペースを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保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0" y="-2743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111111">
                    <a:alpha val="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ワークスペースを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保存する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 › ワークスペースに名前を付けて保存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414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「VibeCoding-PrototypeApp.code-workspace」として保存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36576" cy="38404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169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プロジェクトフォルダ内に保存する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7772400" cy="18288"/>
          </a:xfrm>
          <a:prstGeom prst="rect">
            <a:avLst/>
          </a:prstGeom>
          <a:solidFill>
            <a:srgbClr val="D5D0C9"/>
          </a:solidFill>
          <a:ln w="12700">
            <a:solidFill>
              <a:srgbClr val="D5D0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同じフォルダ構造と設定で再度開ける。プロジェクトが持ち運び可能になる。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ワークフローパターン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このパターンを覚えよう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ワークフロー サイクル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011680" cy="297180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828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5488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/ Plan Mode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構造を計画する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Copilotに何が必要？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9260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14600" y="1737360"/>
            <a:ext cx="2011680" cy="29718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24328" y="1828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624328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Mode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24328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ファイルを作成する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24328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Copilotで実行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29260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737360"/>
            <a:ext cx="2011680" cy="297180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73168" y="1828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773168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/ Plan Mode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73168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改善を計画する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73168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何を改善する？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29260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12280" y="1737360"/>
            <a:ext cx="2011680" cy="29718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22008" y="1828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922008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Mode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22008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実行して改善する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22008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サイクルを繰り返す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4663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 サイクルを繰り返す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ステップ13 · 協働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ステップ13 · クラスメートと協力する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2つの役割、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1つのアプリ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77640" cy="265176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31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役割A · プロダクトマネージャー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SDD重視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306324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プロダクト要件定義書を担当する。AIが生成するすべての仕様と計画をレビューする。何を作り、何を変えるかを決める。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194560"/>
            <a:ext cx="3977640" cy="2651760"/>
          </a:xfrm>
          <a:prstGeom prst="rect">
            <a:avLst/>
          </a:prstGeom>
          <a:solidFill>
            <a:srgbClr val="F5F2EE"/>
          </a:solidFill>
          <a:ln w="12700">
            <a:solidFill>
              <a:srgbClr val="D5D0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331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役割B · QAテスター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26060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TDD重視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46320" y="306324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品質を担当する。アプリのバグを探す。AIが診断・修正するための的確なプロンプトを書く。実際に動くことを確認する。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828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一人が仕様を定め、一人がバグを見つける。二人で、動くものを届ける。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" cy="5079492"/>
          </a:xfrm>
          <a:prstGeom prst="rect">
            <a:avLst/>
          </a:prstGeom>
          <a:solidFill>
            <a:srgbClr val="C8211A"/>
          </a:solidFill>
          <a:ln w="12700">
            <a:solidFill>
              <a:srgbClr val="C82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VibeCODE · セミナー まとめ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8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最も</a:t>
            </a:r>
            <a:endParaRPr lang="en-US" sz="6600" dirty="0"/>
          </a:p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大切な</a:t>
            </a:r>
            <a:endParaRPr lang="en-US" sz="6600" dirty="0"/>
          </a:p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スキル．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コードではなく、明確で具体的なプロンプトを書く。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VibeCODE セミナー · AI × バイブコーディング · 2026年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VibeCODE セミナー 実践編</dc:title>
  <dc:subject>PptxGenJS Presentation</dc:subject>
  <dc:creator>PptxGenJS</dc:creator>
  <cp:lastModifiedBy>PptxGenJS</cp:lastModifiedBy>
  <cp:revision>1</cp:revision>
  <dcterms:created xsi:type="dcterms:W3CDTF">2026-05-20T07:08:14Z</dcterms:created>
  <dcterms:modified xsi:type="dcterms:W3CDTF">2026-05-20T07:08:14Z</dcterms:modified>
</cp:coreProperties>
</file>